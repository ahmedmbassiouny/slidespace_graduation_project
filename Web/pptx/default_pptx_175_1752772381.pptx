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latin typeface="Arial"/>
              </a:defRPr>
            </a:pPr>
            <a:r>
              <a:t>1752769426_Ahmed-Bassiouny-Resume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Full-Stack developer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Ahmed Bassiouny developing software using best practices and self-studying web development on my own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He is a Software Engineering student studying the field of artificial intelligence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He also specializes in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Full-Stack developer education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456" y="1828800"/>
            <a:ext cx="274478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Expertise stack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Ahmed Bassiouny is a Software Engineering student studying the field of artificial intelligence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He is also specializing in developing software using best practices and self-studying web development on his 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