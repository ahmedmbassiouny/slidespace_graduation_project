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Scientific posters used efficiently</a:t>
            </a:r>
          </a:p>
        </p:txBody>
      </p:sp>
      <p:pic>
        <p:nvPicPr>
          <p:cNvPr id="3" name="Picture 2" descr="tmpni6i2m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9026"/>
            <a:ext cx="4069080" cy="1335475"/>
          </a:xfrm>
          <a:prstGeom prst="rect">
            <a:avLst/>
          </a:prstGeom>
        </p:spPr>
      </p:pic>
      <p:pic>
        <p:nvPicPr>
          <p:cNvPr id="4" name="Picture 3" descr="tmp070l_jf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lu05cql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 well-designed scientific poster conveys the essential elements of the                research and requires less time to read than a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Unfortunately, creating a scientific poster a graphical format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Scipostlayout scientific poster generation</a:t>
            </a:r>
          </a:p>
        </p:txBody>
      </p:sp>
      <p:pic>
        <p:nvPicPr>
          <p:cNvPr id="3" name="Picture 2" descr="tmpem1kv8y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52" y="3017520"/>
            <a:ext cx="2993174" cy="1618488"/>
          </a:xfrm>
          <a:prstGeom prst="rect">
            <a:avLst/>
          </a:prstGeom>
        </p:spPr>
      </p:pic>
      <p:pic>
        <p:nvPicPr>
          <p:cNvPr id="4" name="Picture 3" descr="tmprny0po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rny0po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 well-designed scientific poster conveys the essential elements of theresearch and requires less time to read than a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Unfortunately, creating a scientific poster a graphical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Generates poster scientific paper</a:t>
            </a:r>
          </a:p>
        </p:txBody>
      </p:sp>
      <p:pic>
        <p:nvPicPr>
          <p:cNvPr id="3" name="Picture 2" descr="tmpbs9sh0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228" y="3968496"/>
            <a:ext cx="2345542" cy="1097280"/>
          </a:xfrm>
          <a:prstGeom prst="rect">
            <a:avLst/>
          </a:prstGeom>
        </p:spPr>
      </p:pic>
      <p:pic>
        <p:nvPicPr>
          <p:cNvPr id="4" name="Picture 3" descr="tmpi023ux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749" y="5248656"/>
            <a:ext cx="2654501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2139696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Research on scientific poster generation remains scarce due to its high summarizing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Scientific poster generation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Unfortunately, creating a scientific poster a graphical format is more challenging than that of scientific papers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Layout generation scientific poster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Layout analysis scientific posters</a:t>
            </a:r>
          </a:p>
        </p:txBody>
      </p:sp>
      <p:pic>
        <p:nvPicPr>
          <p:cNvPr id="3" name="Picture 2" descr="tmpgcr8hg9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05" y="3017520"/>
            <a:ext cx="8051988" cy="3328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Developing layout analysis models would be helpful in identifying layout patterns common to well-designed posters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Scientific posters layout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2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2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erating layouts forscientific posters is challenging, as are other layout generation tasks that require the positioning of figures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Poster generation systems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 scientifically-based posters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Poster generation systems scien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Creating scientific poster efficiently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Your goal is to analyzethe content and determine the layout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Generate designed posters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The generated posters are composed lem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lem and developed a model to extract essential sentences from papers by classification and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fill them into templates to generate posters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scientific poster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Poster layout generation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By developing layout generation models, we can generate layouts that follow the patterns of attractive posters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other words, building a layout dataset of scientific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Poster generation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onscientific poster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Scientific poster generation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The first dataset that contains scientific paper-poster pairs with the CC-BY license, which can be utilized for evaluating scientific poster generations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Layout generation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The layouts of scientific posters are more diverse than the layouts of the papers in PubLayNet [38]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</a:defRPr>
            </a:pPr>
            <a:r>
              <a:t>Scientific poster layout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We ing existing computer vision models and found that both layout analysis and generationof posters using SciPost layout are more challenging than with scientific papers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We proposed a three-step framework to generate posters: section filter, content extraction, andipient composition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Scientific poster generation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posters that can be utilized for these tasks would contribute significantly to the research on scientifically-based posters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Generate poster layouts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By developing layout generation models, we can generate layouts that follow the patterns of attractive posters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other words, building a layout dataset of scientific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However, the generated posters are composed lem and developed a model to extract essential sentences from papers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Generate posters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Research on scientific poster generation remains scarce due to its high summarizing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Layout dataset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This dataset includes 7,855 scientific posters with manuallayout annotations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• All posters included in the dataset are under the CC-BY license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