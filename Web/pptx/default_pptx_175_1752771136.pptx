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latin typeface="Arial"/>
              </a:defRPr>
            </a:pPr>
            <a:r>
              <a:t>1752769426_Ahmed-Bassiouny-Resume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>
                <a:latin typeface="Arial"/>
              </a:defRPr>
            </a:pPr>
            <a:r>
              <a:t>Stack developer education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62895" cy="1798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latin typeface="Arial"/>
              </a:defRPr>
            </a:pPr>
            <a:r>
              <a:t>Ahmed Bassiouny developing software using best practices and self-studying web development on my own</a:t>
            </a:r>
          </a:p>
          <a:p>
            <a:pPr>
              <a:spcAft>
                <a:spcPts val="1200"/>
              </a:spcAft>
              <a:defRPr sz="2000">
                <a:latin typeface="Arial"/>
              </a:defRPr>
            </a:pPr>
            <a:r>
              <a:t>He is a Software Engineering student studying the field of artificial intelligence</a:t>
            </a:r>
          </a:p>
          <a:p>
            <a:pPr>
              <a:spcAft>
                <a:spcPts val="1200"/>
              </a:spcAft>
              <a:defRPr sz="2000">
                <a:latin typeface="Arial"/>
              </a:defRPr>
            </a:pPr>
            <a:r>
              <a:t>He also specializes in GitHub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3628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000" b="1">
                <a:latin typeface="Arial"/>
              </a:defRPr>
            </a:pPr>
            <a:r>
              <a:t>Stack developer education - Image 1</a:t>
            </a:r>
          </a:p>
        </p:txBody>
      </p:sp>
      <p:pic>
        <p:nvPicPr>
          <p:cNvPr id="4" name="Picture 3" descr="temp_full_img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3456" y="1828800"/>
            <a:ext cx="2744782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>
                <a:latin typeface="Arial"/>
              </a:defRPr>
            </a:pPr>
            <a:r>
              <a:t>Expertise stack developer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62895" cy="140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latin typeface="Arial"/>
              </a:defRPr>
            </a:pPr>
            <a:r>
              <a:t>Ahmed Bassiouny is a Software Engineering student studying the field of artificial intelligence</a:t>
            </a:r>
          </a:p>
          <a:p>
            <a:pPr>
              <a:spcAft>
                <a:spcPts val="1200"/>
              </a:spcAft>
              <a:defRPr sz="2000">
                <a:latin typeface="Arial"/>
              </a:defRPr>
            </a:pPr>
            <a:r>
              <a:t>He is also specializing in developing software using best practices and self-studying web development on his own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