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latin typeface="Arial"/>
              </a:defRPr>
            </a:pPr>
            <a:r>
              <a:t>1752990243_( Paper ) SciPostLayout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Scientific posters used efficiently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A well-designed scientific poster conveys the essential elements of the research and requires less time to read than a paper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posters that can be utilized for these tasks would contribute significantly to the research on                scientific poster generation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Unfortunately, creating a scientific poster a graphical format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Scientific posters used efficiently - Image 1</a:t>
            </a:r>
          </a:p>
        </p:txBody>
      </p:sp>
      <p:pic>
        <p:nvPicPr>
          <p:cNvPr id="4" name="Picture 3" descr="temp_full_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14245"/>
            <a:ext cx="10362895" cy="34011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Scientific posters used efficiently - Image 2</a:t>
            </a:r>
          </a:p>
        </p:txBody>
      </p:sp>
      <p:pic>
        <p:nvPicPr>
          <p:cNvPr id="4" name="Picture 3" descr="temp_full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72967"/>
            <a:ext cx="10362895" cy="42836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Scientific posters used efficiently - Image 3</a:t>
            </a:r>
          </a:p>
        </p:txBody>
      </p:sp>
      <p:pic>
        <p:nvPicPr>
          <p:cNvPr id="4" name="Picture 3" descr="temp_full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72967"/>
            <a:ext cx="10362895" cy="42836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Scipostlayout scientific poster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40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In this paper, we introduce SciPost layout, the first scientific poster layout dataset for scientific poster generation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A well-designed scientific poster conveys the essential elements of the research and requires less time to read than a paper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Scipostlayout scientific poster generation - Image 1</a:t>
            </a:r>
          </a:p>
        </p:txBody>
      </p:sp>
      <p:pic>
        <p:nvPicPr>
          <p:cNvPr id="4" name="Picture 3" descr="temp_full_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200" y="1828800"/>
            <a:ext cx="845529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Scipostlayout scientific poster generation - Image 2</a:t>
            </a:r>
          </a:p>
        </p:txBody>
      </p:sp>
      <p:pic>
        <p:nvPicPr>
          <p:cNvPr id="4" name="Picture 3" descr="temp_full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72967"/>
            <a:ext cx="10362895" cy="42836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Scipostlayout scientific poster generation - Image 3</a:t>
            </a:r>
          </a:p>
        </p:txBody>
      </p:sp>
      <p:pic>
        <p:nvPicPr>
          <p:cNvPr id="4" name="Picture 3" descr="temp_full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72967"/>
            <a:ext cx="10362895" cy="42836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Generates poster scientific paper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249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scientific paper in PDF format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Your goal is to analyze the content and determine the layout generation constraints for a scientific poster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The poster should be summarizing the important information in a scientific paper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Research on scientific poster generation remains scarce due to its high summarizing of important information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Generates poster scientific paper - Image 1</a:t>
            </a:r>
          </a:p>
        </p:txBody>
      </p:sp>
      <p:pic>
        <p:nvPicPr>
          <p:cNvPr id="4" name="Picture 3" descr="temp_full_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301" y="1828800"/>
            <a:ext cx="977309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Generates poster scientific paper - Image 2</a:t>
            </a:r>
          </a:p>
        </p:txBody>
      </p:sp>
      <p:pic>
        <p:nvPicPr>
          <p:cNvPr id="4" name="Picture 3" descr="temp_full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72967"/>
            <a:ext cx="10362895" cy="42836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Scientific poster generation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40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In this paper, we introduce SciPost layout, the first scientific poster layout dataset for scientific poster generation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A well-designed scientific poster conveys the essential elements of the research and requires less time to read than a paper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Layout generation scientific poster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706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SciPost layout is the first scientific poster layout dataset for scientific poster generation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Analysis of scientific posters is more challenging than that of scientific papers because of the variety of fonts and positions of figures and tables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Layout analysis scientific posters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706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layout analysis of scientific posters is more challenging than that of scientific papers because of the variety of fonts and positions of figures and tables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Developing layout analysis models would be helpful in terms of identifying layout patterns common to well-designed posters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Scientific posters layout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layout analysis of scientific posters is more challenging than that of scientific papers because of the variety of fonts and positions of figures and tables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erating layouts for scientific poster is challenging, as are other layout generation tasks that require the positioning of Figures and Tables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Poster generation systems scientific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706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In this paper, we introduce SciPost layout, the first scientific poster layout dataset for scientific poster generation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posters that can be utilized for these tasks would contribute significantly to the research on                scientific postergeneration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Poster generation systems scien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706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In this paper, we introduce SciPost layout, the first scientific poster layout dataset for scientific poster generation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posters that can be utilized for these tasks would contribute significantly to the research on                scientific postergeneration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Creating scientific poster efficiently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706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Research on scientific poster generation remains scarce due to its high summarizing the important information in a scientific paper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posters that can be utilized for these tasks would contribute significantly to the research on                scientific poster generation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Generate designed posters scientific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The generated posters are composed lem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lem and developed a model to extract essential sentences from papers by classification and                fill them into templates to generate posters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posters that can be utilized for these tasks would contribute significantly to the research onscientific poster generation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Poster layout generation scientific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79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In this paper, we introduce SciPostLayout, the first scientific poster layout dataset for scientific poster generation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posters that can be utilized for these tasks would contribute significantly to the research on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scientific postergeneration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Poster generation scientific papers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40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Research on scientific poster generation remains scarce due to its high summarizing the important information in a scientific paper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posters that can be utilized for these tasks would contribute significantly to the research on neurological poster generation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Scientific poster generation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706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In this paper, we introduce SciPost layout, the first scientific poster layout dataset for scientific poster generation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This is the first dataset that contains scientific paper-poster pairs with the CC-BY license, which can be utilized for evaluating poster generation systems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Layout generation scientific posters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706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SciPost layout is the first scientific poster layout dataset for scientific poster generation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Analysis of scientific posters is more challenging than that of scientific papers because of the variety of fonts and positions of figures and tables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Scientific poster layout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706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In this paper, we introduce SciPost layout, the first scientific poster layout dataset for scientific poster generation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We ing existing computer vision models and found that both layout analysis and generationof posters using SciPostLayout are more challenging than with scientific papers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Scientific poster generation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706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In this paper, we introduce SciPost layout, the first scientific poster layout dataset for scientific poster generation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posters that can be utilized for these tasks would contribute significantly to the research on                scientific postergeneration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Generate poster layouts scientific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706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The generated posters are composed lem and developed a model to extract essential sentences from papers by classificat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In addition, by developing layout generation models, we can generate layouts that follow the                revealed patterns of attractive posters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Generate posters scientific papers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249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scientific paper in PDF format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Your goal is to analyze the content and determine the layout generation constraints for a scientific poster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The poster should be summarizing the important information in a scientific paper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Research on scientific poster generation remains scarce due to its high summarizing of important information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Layout dataset scientific posters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79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In this paper, we introduce SciPost layout, the first scientific poster layout dataset for scientific poster generation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This dataset includes 7,855 scientific posters with manuallayout annotations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All posters included in the dataset are under the CC-BY license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