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4000" b="1">
                <a:solidFill>
                  <a:srgbClr val="000000"/>
                </a:solidFill>
              </a:defRPr>
            </a:pPr>
            <a:r>
              <a:t>Images image grid  </a:t>
            </a:r>
          </a:p>
        </p:txBody>
      </p:sp>
      <p:pic>
        <p:nvPicPr>
          <p:cNvPr id="3" name="Picture 2" descr="tmpmy0_qu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82" y="1645920"/>
            <a:ext cx="2024914" cy="2331720"/>
          </a:xfrm>
          <a:prstGeom prst="rect">
            <a:avLst/>
          </a:prstGeom>
        </p:spPr>
      </p:pic>
      <p:pic>
        <p:nvPicPr>
          <p:cNvPr id="4" name="Picture 3" descr="tmposwo8kh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882" y="1645920"/>
            <a:ext cx="2245955" cy="2331720"/>
          </a:xfrm>
          <a:prstGeom prst="rect">
            <a:avLst/>
          </a:prstGeom>
        </p:spPr>
      </p:pic>
      <p:pic>
        <p:nvPicPr>
          <p:cNvPr id="5" name="Picture 4" descr="tmp5gzybsf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91728"/>
            <a:ext cx="2697480" cy="14864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645920"/>
            <a:ext cx="32004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Image is a grid (matrix) of intensity values: 1 color or 3 colors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Black and white (0 or 1 for 1-bit images) Grayscale (0–255 for 8- bit images)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Operation image processing</a:t>
            </a:r>
          </a:p>
        </p:txBody>
      </p:sp>
      <p:pic>
        <p:nvPicPr>
          <p:cNvPr id="3" name="Picture 2" descr="tmp7_zbf7y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69" y="3017520"/>
            <a:ext cx="3647741" cy="1618488"/>
          </a:xfrm>
          <a:prstGeom prst="rect">
            <a:avLst/>
          </a:prstGeom>
        </p:spPr>
      </p:pic>
      <p:pic>
        <p:nvPicPr>
          <p:cNvPr id="4" name="Picture 3" descr="tmpzfwt0f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337" y="3017520"/>
            <a:ext cx="3695844" cy="1618488"/>
          </a:xfrm>
          <a:prstGeom prst="rect">
            <a:avLst/>
          </a:prstGeom>
        </p:spPr>
      </p:pic>
      <p:pic>
        <p:nvPicPr>
          <p:cNvPr id="5" name="Picture 4" descr="tmpgk6rvrs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834904"/>
            <a:ext cx="4069080" cy="1403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Convolution is a fundamental mathematical operation in image processing used for filtering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operations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spatial filtering, operations are performed directly on the pixel values of the image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non-Linear Filtering, filters do not use convolution but apply other mathematical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Image applying mathematical operations</a:t>
            </a:r>
          </a:p>
        </p:txBody>
      </p:sp>
      <p:pic>
        <p:nvPicPr>
          <p:cNvPr id="3" name="Picture 2" descr="tmpb6n7lb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304" y="3017520"/>
            <a:ext cx="4733390" cy="1572768"/>
          </a:xfrm>
          <a:prstGeom prst="rect">
            <a:avLst/>
          </a:prstGeom>
        </p:spPr>
      </p:pic>
      <p:pic>
        <p:nvPicPr>
          <p:cNvPr id="4" name="Picture 3" descr="tmp06vo8t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120" y="4773168"/>
            <a:ext cx="3503758" cy="1572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Cross-correlation is a mathematical operation used to measure the similarity between two signals or images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Sharpening Filters (High-pass filters) – Used to enhance edges and details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Non-Linear Filtering – These filters do not use convolution but apply other mathematical 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Mathematical operations pixel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center pixel is typically replaced by the average value of                 its neighboring pixels, resulting in a smoother image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Cross-correlation is a mathematical operation used to measure the similarity between two signals or images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Grayscale cross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8595360" cy="493776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Filtering is a technique used to modify or enhance an image by applying mathematical operations to pixel values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Filtering is widely used for: Noise reduction, Edge detection and feature extraction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spatial filtering, operations are performed directly on the pixel values of the 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