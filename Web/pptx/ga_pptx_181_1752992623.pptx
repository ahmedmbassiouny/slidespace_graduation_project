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</a:defRPr>
            </a:pPr>
            <a:r>
              <a:t>Scientific posters used efficiently</a:t>
            </a:r>
          </a:p>
        </p:txBody>
      </p:sp>
      <p:pic>
        <p:nvPicPr>
          <p:cNvPr id="3" name="Picture 2" descr="tmpntmwj6b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59026"/>
            <a:ext cx="4069080" cy="1335475"/>
          </a:xfrm>
          <a:prstGeom prst="rect">
            <a:avLst/>
          </a:prstGeom>
        </p:spPr>
      </p:pic>
      <p:pic>
        <p:nvPicPr>
          <p:cNvPr id="4" name="Picture 3" descr="tmpsqnwye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565" y="3017520"/>
            <a:ext cx="3915389" cy="1618488"/>
          </a:xfrm>
          <a:prstGeom prst="rect">
            <a:avLst/>
          </a:prstGeom>
        </p:spPr>
      </p:pic>
      <p:pic>
        <p:nvPicPr>
          <p:cNvPr id="5" name="Picture 4" descr="tmpeu46t83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45" y="4727448"/>
            <a:ext cx="3915389" cy="1618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645920"/>
            <a:ext cx="8229600" cy="118872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A well-designed scientific poster conveys the essential elements of the research and requires less time to read than a paper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posters that can be utilized for these tasks would contribute significantly to the research on                scientific poster generation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Unfortunately, creating a scientific poster a graphical format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2500" b="1">
                <a:solidFill>
                  <a:srgbClr val="000000"/>
                </a:solidFill>
              </a:defRPr>
            </a:pPr>
            <a:r>
              <a:t>Scipostlayout scientific poster generation</a:t>
            </a:r>
          </a:p>
        </p:txBody>
      </p:sp>
      <p:pic>
        <p:nvPicPr>
          <p:cNvPr id="3" name="Picture 2" descr="tmp5fceu16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152" y="3017520"/>
            <a:ext cx="2993174" cy="1618488"/>
          </a:xfrm>
          <a:prstGeom prst="rect">
            <a:avLst/>
          </a:prstGeom>
        </p:spPr>
      </p:pic>
      <p:pic>
        <p:nvPicPr>
          <p:cNvPr id="4" name="Picture 3" descr="tmpk2w7wpm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565" y="3017520"/>
            <a:ext cx="3915389" cy="1618488"/>
          </a:xfrm>
          <a:prstGeom prst="rect">
            <a:avLst/>
          </a:prstGeom>
        </p:spPr>
      </p:pic>
      <p:pic>
        <p:nvPicPr>
          <p:cNvPr id="5" name="Picture 4" descr="tmpk2w7wpm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45" y="4727448"/>
            <a:ext cx="3915389" cy="1618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645920"/>
            <a:ext cx="8229600" cy="118872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In this paper, we introduce SciPost layout, the first scientific poster layout dataset for scientific poster generation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A well-designed scientific poster conveys the essential elements of the research and requires less time to read than a paper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</a:defRPr>
            </a:pPr>
            <a:r>
              <a:t>Generates poster scientific paper</a:t>
            </a:r>
          </a:p>
        </p:txBody>
      </p:sp>
      <p:pic>
        <p:nvPicPr>
          <p:cNvPr id="3" name="Picture 2" descr="tmp96shjbz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1028" y="3017520"/>
            <a:ext cx="3361943" cy="1572768"/>
          </a:xfrm>
          <a:prstGeom prst="rect">
            <a:avLst/>
          </a:prstGeom>
        </p:spPr>
      </p:pic>
      <p:pic>
        <p:nvPicPr>
          <p:cNvPr id="4" name="Picture 3" descr="tmplgj0bgd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9607" y="4773168"/>
            <a:ext cx="3804785" cy="15727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645920"/>
            <a:ext cx="8229600" cy="118872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scientific paper in PDF format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Your goal is to analyze the content and determine the layout generation constraints for a scientific poster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The poster should be summarizing the important information in a scientific paper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Research on scientific poster generation remains scarce due to its high summarizing of important information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</a:defRPr>
            </a:pPr>
            <a:r>
              <a:t>Scientific poster generation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In this paper, we introduce SciPost layout, the first scientific poster layout dataset for scientific poster generation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A well-designed scientific poster conveys the essential elements of the research and requires less time to read than a paper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</a:defRPr>
            </a:pPr>
            <a:r>
              <a:t>Layout generation scientific poster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SciPost layout is the first scientific poster layout dataset for scientific poster generation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Analysis of scientific posters is more challenging than that of scientific papers because of the variety of fonts and positions of figures and tables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</a:defRPr>
            </a:pPr>
            <a:r>
              <a:t>Layout analysis scientific posters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layout analysis of scientific posters is more challenging than that of scientific papers because of the variety of fonts and positions of figures and tables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Developing layout analysis models would be helpful in terms of identifying layout patterns common to well-designed posters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100" b="1">
                <a:solidFill>
                  <a:srgbClr val="000000"/>
                </a:solidFill>
              </a:defRPr>
            </a:pPr>
            <a:r>
              <a:t>Scientific posters layout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layout analysis of scientific posters is more challenging than that of scientific papers because of the variety of fonts and positions of figures and tables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erating layouts for scientific poster is challenging, as are other layout generation tasks that require the positioning of Figures and Tables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</a:defRPr>
            </a:pPr>
            <a:r>
              <a:t>Poster generation systems scientific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In this paper, we introduce SciPost layout, the first scientific poster layout dataset for scientific poster generation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posters that can be utilized for these tasks would contribute significantly to the research on                scientific postergeneration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300" b="1">
                <a:solidFill>
                  <a:srgbClr val="000000"/>
                </a:solidFill>
              </a:defRPr>
            </a:pPr>
            <a:r>
              <a:t>Poster generation systems scien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In this paper, we introduce SciPost layout, the first scientific poster layout dataset for scientific poster generation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posters that can be utilized for these tasks would contribute significantly to the research on                scientific postergeneration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</a:defRPr>
            </a:pPr>
            <a:r>
              <a:t>Creating scientific poster efficiently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645920"/>
            <a:ext cx="8595360" cy="493776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Research on scientific poster generation remains scarce due to its high summarizing the important information in a scientific paper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posters that can be utilized for these tasks would contribute significantly to the research on                scientific poster generation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</a:defRPr>
            </a:pPr>
            <a:r>
              <a:t>Generate designed posters scientific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The generated posters are composed lem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lem and developed a model to extract essential sentences from papers by classification and                fill them into templates to generate posters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posters that can be utilized for these tasks would contribute significantly to the research onscientific poster generation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</a:defRPr>
            </a:pPr>
            <a:r>
              <a:t>Poster layout generation scientific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In this paper, we introduce SciPostLayout, the first scientific poster layout dataset for scientific poster generation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posters that can be utilized for these tasks would contribute significantly to the research on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scientific postergeneration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</a:defRPr>
            </a:pPr>
            <a:r>
              <a:t>Poster generation scientific papers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Research on scientific poster generation remains scarce due to its high summarizing the important information in a scientific paper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posters that can be utilized for these tasks would contribute significantly to the research on neurological poster generation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</a:defRPr>
            </a:pPr>
            <a:r>
              <a:t>Scientific poster generation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In this paper, we introduce SciPost layout, the first scientific poster layout dataset for scientific poster generation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This is the first dataset that contains scientific paper-poster pairs with the CC-BY license, which can be utilized for evaluating poster generation systems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</a:defRPr>
            </a:pPr>
            <a:r>
              <a:t>Layout generation scientific posters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SciPost layout is the first scientific poster layout dataset for scientific poster generation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Analysis of scientific posters is more challenging than that of scientific papers because of the variety of fonts and positions of figures and tables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</a:defRPr>
            </a:pPr>
            <a:r>
              <a:t>Scientific poster layout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In this paper, we introduce SciPost layout, the first scientific poster layout dataset for scientific poster generation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We ing existing computer vision models and found that both layout analysis and generationof posters using SciPostLayout are more challenging than with scientific papers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</a:defRPr>
            </a:pPr>
            <a:r>
              <a:t>Scientific poster generation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In this paper, we introduce SciPost layout, the first scientific poster layout dataset for scientific poster generation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posters that can be utilized for these tasks would contribute significantly to the research on                scientific postergeneration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</a:defRPr>
            </a:pPr>
            <a:r>
              <a:t>Generate poster layouts scientific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The generated posters are composed lem and developed a model to extract essential sentences from papers by classificat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In addition, by developing layout generation models, we can generate layouts that follow the                revealed patterns of attractive posters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</a:defRPr>
            </a:pPr>
            <a:r>
              <a:t>Generate posters scientific papers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645920"/>
            <a:ext cx="8595360" cy="493776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scientific paper in PDF format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Your goal is to analyze the content and determine the layout generation constraints for a scientific poster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The poster should be summarizing the important information in a scientific paper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Research on scientific poster generation remains scarce due to its high summarizing of important information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</a:defRPr>
            </a:pPr>
            <a:r>
              <a:t>Layout dataset scientific posters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 lIns="182880" tIns="91440" bIns="91440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In this paper, we introduce SciPost layout, the first scientific poster layout dataset for scientific poster generation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This dataset includes 7,855 scientific posters with manuallayout annotations</a:t>
            </a:r>
          </a:p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• All posters included in the dataset are under the CC-BY license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