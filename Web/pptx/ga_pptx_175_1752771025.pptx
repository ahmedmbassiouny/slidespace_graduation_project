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t>Stack developer education</a:t>
            </a:r>
          </a:p>
        </p:txBody>
      </p:sp>
      <p:pic>
        <p:nvPicPr>
          <p:cNvPr id="3" name="Picture 2" descr="tmpkbufoc1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633" y="1645920"/>
            <a:ext cx="2854573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45720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Ahmed Bassiouny developing software using best practices and self-studying web development on my own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He is a Software Engineering student studying the field of artificial intelligence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He also specializes in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t>Expertise stack developer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Ahmed Bassiouny is a Software Engineering student studying the field of artificial intelligence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He is also specializing in developing software using best practices and self-studying web development on his 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