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Class thresholding</a:t>
            </a:r>
          </a:p>
        </p:txBody>
      </p:sp>
      <p:pic>
        <p:nvPicPr>
          <p:cNvPr id="3" name="Picture 2" descr="tmpcz9vl7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714" y="4919472"/>
            <a:ext cx="1186051" cy="667512"/>
          </a:xfrm>
          <a:prstGeom prst="rect">
            <a:avLst/>
          </a:prstGeom>
        </p:spPr>
      </p:pic>
      <p:pic>
        <p:nvPicPr>
          <p:cNvPr id="4" name="Picture 3" descr="tmp30natpp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987" y="4919472"/>
            <a:ext cx="1072544" cy="667512"/>
          </a:xfrm>
          <a:prstGeom prst="rect">
            <a:avLst/>
          </a:prstGeom>
        </p:spPr>
      </p:pic>
      <p:pic>
        <p:nvPicPr>
          <p:cNvPr id="5" name="Picture 4" descr="tmpg9s4me3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7180" y="5678424"/>
            <a:ext cx="949118" cy="6675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645920"/>
            <a:ext cx="8229600" cy="3090671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K-means Clustering (Otsu Method) K-me Means Clustered (K-Means Method) Threshold t = 2 • ω₂(t) = probability of class 2</a:t>
            </a:r>
          </a:p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Erosion Erosions (Erosion)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Object class thresholding</a:t>
            </a:r>
          </a:p>
        </p:txBody>
      </p:sp>
      <p:pic>
        <p:nvPicPr>
          <p:cNvPr id="3" name="Picture 2" descr="tmpiini1l9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325" y="4919472"/>
            <a:ext cx="1126828" cy="667512"/>
          </a:xfrm>
          <a:prstGeom prst="rect">
            <a:avLst/>
          </a:prstGeom>
        </p:spPr>
      </p:pic>
      <p:pic>
        <p:nvPicPr>
          <p:cNvPr id="4" name="Picture 3" descr="tmpqb241sw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2391" y="4919472"/>
            <a:ext cx="1299737" cy="667512"/>
          </a:xfrm>
          <a:prstGeom prst="rect">
            <a:avLst/>
          </a:prstGeom>
        </p:spPr>
      </p:pic>
      <p:pic>
        <p:nvPicPr>
          <p:cNvPr id="5" name="Picture 4" descr="tmpgv2vr8t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9162" y="5678424"/>
            <a:ext cx="865155" cy="6675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645920"/>
            <a:ext cx="8229600" cy="3090671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Thresholding (Otsu Method) Morphological operationsmorphological operations Closing</a:t>
            </a:r>
          </a:p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Closing</a:t>
            </a:r>
          </a:p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Clustering</a:t>
            </a:r>
          </a:p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K-means Clustered K-Means ClUSTering</a:t>
            </a:r>
          </a:p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Threshold t =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Foreground thresholding otsu method</a:t>
            </a:r>
          </a:p>
        </p:txBody>
      </p:sp>
      <p:pic>
        <p:nvPicPr>
          <p:cNvPr id="3" name="Picture 2" descr="tmpy9ewbf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870" y="4919472"/>
            <a:ext cx="687739" cy="667512"/>
          </a:xfrm>
          <a:prstGeom prst="rect">
            <a:avLst/>
          </a:prstGeom>
        </p:spPr>
      </p:pic>
      <p:pic>
        <p:nvPicPr>
          <p:cNvPr id="4" name="Picture 3" descr="tmpt1f7qw4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260" y="4919472"/>
            <a:ext cx="527999" cy="667512"/>
          </a:xfrm>
          <a:prstGeom prst="rect">
            <a:avLst/>
          </a:prstGeom>
        </p:spPr>
      </p:pic>
      <p:pic>
        <p:nvPicPr>
          <p:cNvPr id="5" name="Picture 4" descr="tmpi8u8lfs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2546" y="5678424"/>
            <a:ext cx="538386" cy="6675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645920"/>
            <a:ext cx="8229600" cy="3090671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Thresholding (Otsu Method) Th threshold t = 2 K-means Clustering K- means ClUSTering K,means K-Means Clusterering K - Clustered K, Clusters K, K- Clusters K-Clustering</a:t>
            </a:r>
          </a:p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Threshold t = t</a:t>
            </a:r>
          </a:p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K-clustering k = 2</a:t>
            </a:r>
          </a:p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Clusterers K = 2</a:t>
            </a:r>
          </a:p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Clusters T =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