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posters used efficiently</a:t>
            </a:r>
          </a:p>
        </p:txBody>
      </p:sp>
      <p:pic>
        <p:nvPicPr>
          <p:cNvPr id="3" name="Picture 2" descr="tmpx9shwe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9026"/>
            <a:ext cx="4069080" cy="1335475"/>
          </a:xfrm>
          <a:prstGeom prst="rect">
            <a:avLst/>
          </a:prstGeom>
        </p:spPr>
      </p:pic>
      <p:pic>
        <p:nvPicPr>
          <p:cNvPr id="4" name="Picture 3" descr="tmp2qo2bsk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e8hcf5l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Unfortunately, creating a scientific poster a graphical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2500" b="1">
                <a:solidFill>
                  <a:srgbClr val="000000"/>
                </a:solidFill>
              </a:defRPr>
            </a:pPr>
            <a:r>
              <a:t>Scipostlayout scientific poster generation</a:t>
            </a:r>
          </a:p>
        </p:txBody>
      </p:sp>
      <p:pic>
        <p:nvPicPr>
          <p:cNvPr id="3" name="Picture 2" descr="tmp3kec5n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52" y="3017520"/>
            <a:ext cx="2993174" cy="1618488"/>
          </a:xfrm>
          <a:prstGeom prst="rect">
            <a:avLst/>
          </a:prstGeom>
        </p:spPr>
      </p:pic>
      <p:pic>
        <p:nvPicPr>
          <p:cNvPr id="4" name="Picture 3" descr="tmpgdka723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gdka723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Generates poster scientific paper</a:t>
            </a:r>
          </a:p>
        </p:txBody>
      </p:sp>
      <p:pic>
        <p:nvPicPr>
          <p:cNvPr id="3" name="Picture 2" descr="tmpz4uf7u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228" y="3968496"/>
            <a:ext cx="2345542" cy="1097280"/>
          </a:xfrm>
          <a:prstGeom prst="rect">
            <a:avLst/>
          </a:prstGeom>
        </p:spPr>
      </p:pic>
      <p:pic>
        <p:nvPicPr>
          <p:cNvPr id="4" name="Picture 3" descr="tmp_0z1n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749" y="5248656"/>
            <a:ext cx="2654501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2139696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generation scientific poster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SciPost layout is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analysis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Developing layout analysis models would be helpful in terms of identifying layout patterns common to well-designed posters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Scientific posters layout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erating layouts for scientific poster is challenging, as are other layout generation tasks that require the positioning of Figures and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generation systems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Poster generation systems scien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Creating scientific poster efficiently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Generate designed posters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generated posters are composed lem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lem and developed a model to extract essential sentences from papers by classification and                fill them into templates to generate posters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onscientific poster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layout generation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postergeneration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generation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neurological poster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This is the first dataset that contains scientific paper-poster pairs with the CC-BY license, which can be utilized for evaluating poster generation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generation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SciPost layout is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layout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We ing existing computer vision models and found that both layout analysis and generationof posters using SciPostLayout are more challenging than with scientific papers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Generate poster layouts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generated posters are composed lem and developed a model to extract essential sentences from papers by classificat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addition, by developing layout generation models, we can generate layouts that follow the                revealed patterns of attractive posters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Generate posters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Layout dataset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This dataset includes 7,855 scientific posters with manuallayout annotations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All posters included in the dataset are under the CC-BY license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