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Arial"/>
              </a:defRPr>
            </a:pPr>
            <a:r>
              <a:t>1749973334_Section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Object class thresholding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98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K-means Clustering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Morphological operations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K-mean Clustered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Morphology operations Morphological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operations Morphology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28" y="1828800"/>
            <a:ext cx="81236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749" y="1828800"/>
            <a:ext cx="734619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41" y="1828800"/>
            <a:ext cx="65008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Mean class threshold thresholding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Th thresholding ( Otsu method) Thresholded (OTSU Method) K-means Clustering (K-mean method) Clustered (Clustering method)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Mean class threshold thresholding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44" y="1828800"/>
            <a:ext cx="771800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Mean class threshold thresholding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93" y="1828800"/>
            <a:ext cx="890230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Mean class threshold thresholding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987" y="1828800"/>
            <a:ext cx="5925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new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590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Thresholding  (Otsi Method)  Thresholds (O tsu method) Th thresholding ( Otsi method)   “We try every threshold t and                  compute:  ₁(t) = probability of class 1 (≤ t)”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““”” ‘ ’”: ‘‘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‘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’: “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”   :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new title 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75" y="1828800"/>
            <a:ext cx="47105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new title 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629" y="1828800"/>
            <a:ext cx="36164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new title 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057" y="1828800"/>
            <a:ext cx="36875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Class threshold thresholding otsu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 t = 2 • ω₂(t) = probability of class 2 (&gt; t)  μ₁( t) = mean of class 1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ω (t),  ω (t)  = probability of class 2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μ ( t),   (t, t) is the number of classes in a class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K-means Clustering K-Means Cluster K- Means K- Means Clustered K- means Clusters K- Measures Clusters K-measures Clusterers K-miles Clusterer K-mean Cluster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Class threshold thresholding otsu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74" y="1828800"/>
            <a:ext cx="600234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Class threshold thresholding otsu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75" y="1828800"/>
            <a:ext cx="458334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Class threshold thresholding otsu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522" y="1828800"/>
            <a:ext cx="594865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Foreground thresholding otsu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Thresholding is a form of thresholding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Thresholds are used to determine whether a threshold has been achieved by a threshold test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threshold test is similar to the one used in the Otsu threshold test for blood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362" y="1828800"/>
            <a:ext cx="39209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127" y="1828800"/>
            <a:ext cx="357744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590" y="1828800"/>
            <a:ext cx="814251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Object class thresholding otsu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Morphological operations Morphological operationsmorphological operations Thanks Thanks Thanks Opening and Closing opening and closing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Closing and closing closing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Morphological operations morphological operation morphological  operations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otsu - Image 1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41" y="1828800"/>
            <a:ext cx="65008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otsu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212" y="1828800"/>
            <a:ext cx="82772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otsu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790" y="1828800"/>
            <a:ext cx="418011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Foreground thresholding otsu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Th threshold t = 2 • ω₂(t) = probability of class 2 (&gt; t) Morphological operations Morphological Operations Morphological operations = molecular probability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method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610" y="1828800"/>
            <a:ext cx="3636475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