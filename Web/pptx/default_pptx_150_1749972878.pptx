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latin typeface="Arial"/>
              </a:defRPr>
            </a:pPr>
            <a:r>
              <a:t>1749972825_Section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Class thresholding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K-means Clustering (Otsu Method) K-me Means Clustered (K-Means Method) Threshold t = 2 • ω₂(t) = probability of class 2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Erosion Erosions (Erosion)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Class thresholding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28" y="1828800"/>
            <a:ext cx="812363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Class thresholding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749" y="1828800"/>
            <a:ext cx="734619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Class thresholding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441" y="1828800"/>
            <a:ext cx="65008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Object class thresholding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Thresholding (Otsu Method) Morphological operationsmorphological operations Closing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Closing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Clustering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K-means Clustered K-Means ClUSTering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 t =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Object class thresholding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844" y="1828800"/>
            <a:ext cx="771800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Object class thresholding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93" y="1828800"/>
            <a:ext cx="890230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Object class thresholding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987" y="1828800"/>
            <a:ext cx="5925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Foreground thresholding otsu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590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Thresholding (Otsu Method) Th threshold t = 2 K-means Clustering K- means ClUSTering K,means K-Means Clusterering K - Clustered K, Clusters K, K- Clusters K-Clustering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Threshold t = t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K-clustering k = 2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Clusterers K = 2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Clusters T =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Foreground thresholding otsu method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575" y="1828800"/>
            <a:ext cx="47105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Foreground thresholding otsu method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629" y="1828800"/>
            <a:ext cx="361643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Foreground thresholding otsu method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057" y="1828800"/>
            <a:ext cx="368758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